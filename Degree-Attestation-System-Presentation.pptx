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57800"/>
            <a:ext cx="12188952" cy="1600200"/>
          </a:xfrm>
          <a:prstGeom prst="rect">
            <a:avLst/>
          </a:prstGeom>
          <a:solidFill>
            <a:srgbClr val="0B3B2B">
              <a:alpha val="90000"/>
            </a:srgbClr>
          </a:solidFill>
          <a:ln/>
        </p:spPr>
      </p:sp>
      <p:pic>
        <p:nvPicPr>
          <p:cNvPr id="4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600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</a:rPr>
              <a:t>Advanced Blockchain Based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20574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Degree Attestation System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Ethereum Private Blockchain | Smart Contracts | MongoDB | IPFS | React | Node.js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7033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78561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Fraud Detection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240280" y="3703320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028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QR Verification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794760" y="370332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4760" y="37856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Role Based Access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1520" y="5989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</a:rPr>
              <a:t>Final Year / Course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Traditional degree verification is slow, manual, and vulnerable to fraud.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508760"/>
            <a:ext cx="53035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508760"/>
            <a:ext cx="82296" cy="4343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7099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Current Problems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0392" y="2130552"/>
            <a:ext cx="489204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Fake degrees can be created or modified easily.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Employers depend on manual university confirmation.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Verification takes time and lacks transparent audit history.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Centralized records can be changed by insiders or attackers.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3035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508760"/>
            <a:ext cx="82296" cy="4343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7099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Project Need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65392" y="2130552"/>
            <a:ext cx="489204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 tamper-evident verification method.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 trusted multi-university attestation platform.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 fast QR-based employer verification portal.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 system that combines usability with blockchain proof.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Project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The goal is to build a secure, verifiable, and role-based digital degree attestation platform.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41732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417320"/>
            <a:ext cx="82296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184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Issue degrees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0392" y="20391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Approved universities issue degree records and generate hashes.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41732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1417320"/>
            <a:ext cx="82296" cy="1417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6184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Verify degrees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45152" y="20391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Employers verify credentials using degree ID or QR code.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83880" y="141732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83880" y="1417320"/>
            <a:ext cx="82296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16184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Detect fraud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39912" y="20391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Changed data creates a different hash and fails verification.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4360" y="342900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3429000"/>
            <a:ext cx="82296" cy="1417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36301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Audit activity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0392" y="40507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Important actions are logged for accountability.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389120" y="342900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3429000"/>
            <a:ext cx="82296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7720" y="36301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Support roles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645152" y="40507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Admin, university, student, employer, and auditor workflows.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183880" y="342900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83880" y="3429000"/>
            <a:ext cx="82296" cy="1417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0" y="36301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Use Web3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439912" y="40507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Smart contracts, MetaMask, private Ethereum, and IPFS integration.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Proposed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A hybrid Web3 architecture where blockchain stores proof, not the entire application database.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234440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13807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React 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86200" y="138988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</a:rPr>
              <a:t>Dashboards, portals, MetaMask, QR verification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4400" y="2167128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23134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Node.js Backend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86200" y="232257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</a:rPr>
              <a:t>Business logic, auth, hashing, APIs, audit logs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099816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3246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MongoDB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886200" y="325526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</a:rPr>
              <a:t>Users, universities, degree records, analytics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4400" y="4032504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41788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IPFS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886200" y="4187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</a:rPr>
              <a:t>Degree metadata and document references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" y="4965192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10241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3000" y="51114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Ethereum Smart Contract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886200" y="512064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</a:rPr>
              <a:t>Immutable degree hash proof and revocation status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Frontend, backend, database, IPFS, and blockchain communicate through controlled workflows.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7160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002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Frontend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37160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16002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Express Backend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5280" y="91440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1430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0" y="214884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23774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IPFS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89120" y="365760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10241C"/>
          </a:solidFill>
          <a:ln w="12700">
            <a:solidFill>
              <a:srgbClr val="1024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38862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Ethereum Contract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365760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0" y="38862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Private Blockchain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66160" y="1737360"/>
            <a:ext cx="822960" cy="0"/>
          </a:xfrm>
          <a:prstGeom prst="line">
            <a:avLst/>
          </a:prstGeom>
          <a:noFill/>
          <a:ln w="25400">
            <a:solidFill>
              <a:srgbClr val="047857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223760" y="1508760"/>
            <a:ext cx="731520" cy="-246888"/>
          </a:xfrm>
          <a:prstGeom prst="line">
            <a:avLst/>
          </a:prstGeom>
          <a:noFill/>
          <a:ln w="25400">
            <a:solidFill>
              <a:srgbClr val="047857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223760" y="1783080"/>
            <a:ext cx="731520" cy="704088"/>
          </a:xfrm>
          <a:prstGeom prst="line">
            <a:avLst/>
          </a:prstGeom>
          <a:noFill/>
          <a:ln w="25400">
            <a:solidFill>
              <a:srgbClr val="047857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806440" y="2103120"/>
            <a:ext cx="0" cy="1554480"/>
          </a:xfrm>
          <a:prstGeom prst="line">
            <a:avLst/>
          </a:prstGeom>
          <a:noFill/>
          <a:ln w="25400">
            <a:solidFill>
              <a:srgbClr val="047857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223760" y="4005072"/>
            <a:ext cx="731520" cy="0"/>
          </a:xfrm>
          <a:prstGeom prst="line">
            <a:avLst/>
          </a:prstGeom>
          <a:noFill/>
          <a:ln w="25400">
            <a:solidFill>
              <a:srgbClr val="047857"/>
            </a:solidFill>
            <a:prstDash val="solid"/>
            <a:headEnd type="none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User Roles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Each role sees different features according to its responsibility.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3258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325880"/>
            <a:ext cx="82296" cy="1920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Admin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194767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Create universities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Issue and revoke degrees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View dashboard and audit logs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3258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1325880"/>
            <a:ext cx="82296" cy="19202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Student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99432" y="194767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View own issued degrees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Share degree ID or QR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Verify degree status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0" y="13258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0" y="1325880"/>
            <a:ext cx="82296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Employer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194767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Open verification portal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Paste degree 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Check valid, revoked, tampered, or not found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468880" y="379476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68880" y="3794760"/>
            <a:ext cx="82296" cy="1920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97480" y="3995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Auditor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724912" y="441655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Read audit logs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Inspect suspicious events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Monitor platform accountability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72200" y="379476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72200" y="3794760"/>
            <a:ext cx="82296" cy="1920240"/>
          </a:xfrm>
          <a:prstGeom prst="rect">
            <a:avLst/>
          </a:prstGeom>
          <a:solidFill>
            <a:srgbClr val="10241C"/>
          </a:solidFill>
          <a:ln w="12700">
            <a:solidFill>
              <a:srgbClr val="1024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3995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University Staff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28232" y="441655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Issue degrees for own university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Verify submitted records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Cannot manage full platform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Degree Issuance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How a trusted degree record is created.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2148840"/>
            <a:ext cx="1097280" cy="10972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Login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691640" y="2697480"/>
            <a:ext cx="7772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68880" y="2148840"/>
            <a:ext cx="1097280" cy="10972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28600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Enter degree data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566160" y="2697480"/>
            <a:ext cx="7772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43400" y="2148840"/>
            <a:ext cx="1097280" cy="10972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340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16052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Upload/store metadata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40680" y="2697480"/>
            <a:ext cx="7772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17920" y="2148840"/>
            <a:ext cx="1097280" cy="10972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03504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Generate hash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0" y="2697480"/>
            <a:ext cx="7772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092440" y="2148840"/>
            <a:ext cx="1097280" cy="10972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9244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90956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Issue on blockchain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189720" y="2697480"/>
            <a:ext cx="7772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966960" y="2148840"/>
            <a:ext cx="1097280" cy="10972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6696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78408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Generate QR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Degree Verification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How employers detect real or fake degrees.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41732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417320"/>
            <a:ext cx="82296" cy="4480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184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Verification Steps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87552" y="2039112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Employer scans QR code or enters degree ID.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Backend fetches degree record from MongoDB.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System recomputes the canonical degree hash.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Blockchain proof and revocation status are checked.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Result is shown as valid, revoked, tampered, or not found.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1417320"/>
            <a:ext cx="4846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1417320"/>
            <a:ext cx="82296" cy="44805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1618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Fake Degree Detection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56832" y="2039112"/>
            <a:ext cx="443484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If a name, degree, year, university, or IPFS CID changes, the hash changes.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 changed hash does not match blockchain proof.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This makes fraud visible during verification.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Smart Contract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Solidity contract acts as the public trust rulebook.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71600"/>
            <a:ext cx="36576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371600"/>
            <a:ext cx="82296" cy="4434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72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Core Functions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87552" y="1993392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approveUniversity()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issueDegree()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verifyDegree()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revokeDegree()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26280" y="1371600"/>
            <a:ext cx="34747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371600"/>
            <a:ext cx="82296" cy="4434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Stored Proof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82312" y="1993392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degreeHash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studentWallet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universityWallet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ipfsCID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issuedAt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revoked status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38160" y="1371600"/>
            <a:ext cx="32461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38160" y="1371600"/>
            <a:ext cx="82296" cy="4434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1572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Security Rules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94192" y="1993392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Only approved universities issue degrees.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Only authorized parties revoke degrees.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Issued hashes cannot be duplicated.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Revoked degrees remain auditable.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Frontend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React dashboard provides a role-based user experience.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325880"/>
            <a:ext cx="34747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325880"/>
            <a:ext cx="82296" cy="43891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27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Admin 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1832" y="1947672"/>
            <a:ext cx="30632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Analytics cards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Graphs and verification breakdown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University and degree management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325880"/>
            <a:ext cx="34747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1325880"/>
            <a:ext cx="82296" cy="4389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527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Student Portal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45152" y="1947672"/>
            <a:ext cx="30632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View own degrees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Copy degree 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Share QR/verification link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92440" y="1325880"/>
            <a:ext cx="34747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1325880"/>
            <a:ext cx="82296" cy="4389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1527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Employer Portal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48472" y="1947672"/>
            <a:ext cx="30632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Verify degree 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See validity status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Detect tampered or revoked degrees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Backend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Express API coordinates authentication, database, IPFS, and blockchain services.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71600"/>
            <a:ext cx="33832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371600"/>
            <a:ext cx="82296" cy="4343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727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87552" y="1993392"/>
            <a:ext cx="297180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JWT sessions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bcrypt password hashing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Role-based middleware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371600"/>
            <a:ext cx="33832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1371600"/>
            <a:ext cx="82296" cy="43434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5727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Business APIs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45152" y="1993392"/>
            <a:ext cx="297180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University management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Degree issuance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Degree verification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Revocation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0" y="1371600"/>
            <a:ext cx="33832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0" y="1371600"/>
            <a:ext cx="82296" cy="4343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15727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System Services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1993392"/>
            <a:ext cx="297180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Hash generation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IPFS metadata upload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Blockchain read adapter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Audit logging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Dashboard and Analytics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The project includes visual analytics for demonstration and monitoring.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2588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325880"/>
            <a:ext cx="82296" cy="4480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27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Dashboard Widgets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87552" y="1947672"/>
            <a:ext cx="324612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Universities count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Degrees count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Verification attempts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Fraud flags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Trust score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26280" y="132588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325880"/>
            <a:ext cx="82296" cy="4480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527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Graphs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82312" y="1947672"/>
            <a:ext cx="324612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Degree issuance trend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Verification result distribution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Credential coverage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Recent verification activity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321040" y="1325880"/>
            <a:ext cx="3108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325880"/>
            <a:ext cx="82296" cy="44805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1527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77072" y="1947672"/>
            <a:ext cx="269748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Helps admin monitor platform health.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Shows suspicious activity quickly.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Supports professor/demo explanation visually.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Security Considerations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Security is applied at frontend, backend, database, and smart contract levels.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97280" y="1325880"/>
            <a:ext cx="9966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1325880"/>
            <a:ext cx="82296" cy="4480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25880" y="15270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Implemented Security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53312" y="1947672"/>
            <a:ext cx="955548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Frontend hides unauthorized pages according to role.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Backend enforces JWT and role middleware.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Passwords are stored using bcrypt hashes.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Smart contract checks wallet-based permissions.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Degree verification does not trust MongoDB blindly.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Audit logs create accountability for important actions.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Testing and Demo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How to demonstrate the project to the professor.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25880"/>
            <a:ext cx="47548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325880"/>
            <a:ext cx="82296" cy="4480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27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Demo Accounts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87552" y="1947672"/>
            <a:ext cx="434340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Admin: admin@example.com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Student: student@example.com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Employer: employer@example.com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Auditor: auditor@example.com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Password: ChangeMe123!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132588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1325880"/>
            <a:ext cx="82296" cy="4480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1527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Demo Flow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62472" y="1947672"/>
            <a:ext cx="498348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Login as admin and show dashboard.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Create/view university.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Issue a degree.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Login as student and view degree.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Login as employer and verify degree.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Show audit logs.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Conclusion and Future Enhancements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</a:rPr>
              <a:t>The system demonstrates a practical hybrid Web3 solution for academic credential trust.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pic>
        <p:nvPicPr>
          <p:cNvPr id="5" name="Image 0" descr="C:\Users\hp\Desktop\Degree-Attestation-System\logoiq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200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25880"/>
            <a:ext cx="52120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325880"/>
            <a:ext cx="82296" cy="4480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270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87552" y="1947672"/>
            <a:ext cx="480060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The project reduces fake degree risk.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Blockchain stores tamper-evident proof.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MongoDB keeps the application fast and searchable.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IPFS supports content-addressed metadata.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Role-based portals support real-world users.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1325880"/>
            <a:ext cx="50749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325880"/>
            <a:ext cx="82296" cy="4480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5270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73952" y="1947672"/>
            <a:ext cx="4663440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Formal smart contract audit.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Encrypted degree documents.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Cloud deployment and CI/CD.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Multi-node private blockchain governance.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7534E"/>
                </a:solidFill>
              </a:rPr>
              <a:t>Email verification and advanced reporting.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6537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Advanced Blockchain Based Degree Attestation System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Iqra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Blockchain Based Degree Attestation System</dc:title>
  <dc:subject>Blockchain Based Degree Attestation System</dc:subject>
  <dc:creator>Degree Attestation System</dc:creator>
  <cp:lastModifiedBy>Degree Attestation System</cp:lastModifiedBy>
  <cp:revision>1</cp:revision>
  <dcterms:created xsi:type="dcterms:W3CDTF">2026-06-15T08:14:18Z</dcterms:created>
  <dcterms:modified xsi:type="dcterms:W3CDTF">2026-06-15T08:14:18Z</dcterms:modified>
</cp:coreProperties>
</file>